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Exact-Mass Calculator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identification of fragment ion formulas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unit-mass EI spectra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" y="4709160"/>
            <a:ext cx="9034272" cy="4343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v1.1.0  ·  Pure Python  ·  Zero Dependencies  ·  49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Mass Spectrometry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Unit-mass resolution: peaks at integer m/z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Molecular ion M+• loses one electron: Δm = 0.000549 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fragment peak may have multiple possible formulas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formula assignment is tedious and error-prone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0" y="841248"/>
            <a:ext cx="182880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424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02352" y="1499616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Integer m/z peaks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841248"/>
            <a:ext cx="1828800" cy="14630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10424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4032" y="1499616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Smaller than M+•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487168"/>
            <a:ext cx="1828800" cy="1463040"/>
          </a:xfrm>
          <a:prstGeom prst="rect">
            <a:avLst/>
          </a:prstGeom>
          <a:solidFill>
            <a:srgbClr val="C05E00"/>
          </a:solidFill>
          <a:ln w="12700">
            <a:solidFill>
              <a:srgbClr val="C05E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6883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Ambiguity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02352" y="3145536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candidates per peak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2487168"/>
            <a:ext cx="182880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26883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3145536"/>
            <a:ext cx="1682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valid exact-mass candidates, ranked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Overview — 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804672"/>
            <a:ext cx="6400800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8046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SDF Input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formula + EI spectral peaks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35424" y="1225296"/>
            <a:ext cx="73152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344168"/>
            <a:ext cx="6400800" cy="42062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34416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Parse Formula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loaded from elements.csv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35424" y="1764792"/>
            <a:ext cx="73152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83664"/>
            <a:ext cx="6400800" cy="420624"/>
          </a:xfrm>
          <a:prstGeom prst="rect">
            <a:avLst/>
          </a:prstGeom>
          <a:solidFill>
            <a:srgbClr val="C05E00"/>
          </a:solidFill>
          <a:ln w="12700">
            <a:solidFill>
              <a:srgbClr val="C05E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188366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For Each Peak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nominal m/z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35424" y="2304288"/>
            <a:ext cx="73152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423160"/>
            <a:ext cx="6400800" cy="420624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24231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Enumerate Candidates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of element counts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35424" y="2843784"/>
            <a:ext cx="73152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962656"/>
            <a:ext cx="6400800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296265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Apply Filters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window · DBE · Electron correction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35424" y="3383280"/>
            <a:ext cx="73152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502152"/>
            <a:ext cx="6400800" cy="420624"/>
          </a:xfrm>
          <a:prstGeom prst="rect">
            <a:avLst/>
          </a:prstGeom>
          <a:solidFill>
            <a:srgbClr val="006B7D"/>
          </a:solidFill>
          <a:ln w="12700">
            <a:solidFill>
              <a:srgbClr val="006B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554480" y="35021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Isotope Patterns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convolution (optional)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35424" y="3922776"/>
            <a:ext cx="73152" cy="118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4041648"/>
            <a:ext cx="6400800" cy="420624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54480" y="404164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Output  </a:t>
            </a:r>
            <a:pPr indent="0" marL="0">
              <a:buNone/>
            </a:pPr>
            <a:r>
              <a:rPr lang="en-US" sz="13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formulas with exact masses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686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Enumeration — Constrained Cartesian-Product Algorithm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85953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Formula as UPPER BOUND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fragment can never contain more atoms of any element than the intact molecule — conservation of mass and atoms.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Avoids generating impossible formulas (e.g. C₁₅ from a C₁₀ parent), reducing the search space drastically.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40233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C₁₀H₁₂O₂  →  C: 0–10  ·  H: 0–12  ·  O: 0–2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389120"/>
            <a:ext cx="841248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3891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ALL fragment sizes — from m/z 1 to M+•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1148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Molecule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C₁₀H₁₂O₂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C₂₀H₂₅NO₃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C₃₀H₅₀N₂O₅S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A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— Three-Stage Filtering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Mass Window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44752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|ion_m/z − nominal_mz| ≤ tolerance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Default: ±0.5 Da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Accepts all formulas that round to the correct nominal mass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804672"/>
            <a:ext cx="2743200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04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Electron Correction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353312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444752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remove:  ion = M − mₙ  (EI+ default)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add:     ion = M + mₙ  (EI−)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none:    ion = M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mₙ = 0.000 548 58 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804672"/>
            <a:ext cx="2743200" cy="5486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804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DBE Check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353312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444752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DBE = 1 + C − H/2 + N/2 − halogens/2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DBE &lt; 0 → impossible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DBE = integer → even-electron</a:t>
            </a:r>
            <a:endParaRPr lang="en-US" sz="13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DBE = half-int → radical cation (M+•)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 Patterns — Theoretical Isotope Simulation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Convolution Method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1:  Start: { mass = 0,  abundance = 1.0 }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2:  For each atom: convolve with element isotopes from CSV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3:  Prune peaks &lt; 0.1% relative abundance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4:  Normalise to 100% (most abundant peak)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402336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6576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CSV-driven: update elements.csv to change isotope abundances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C₆H₆ (Benzene)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89888"/>
          <a:ext cx="402336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Abundance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 (C₆H₆)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78.04695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79.05031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80.05368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3337560"/>
            <a:ext cx="4023360" cy="1005840"/>
          </a:xfrm>
          <a:prstGeom prst="rect">
            <a:avLst/>
          </a:prstGeom>
          <a:solidFill>
            <a:srgbClr val="0D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convolution?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element contributes its isotope distribution independently. Convolution combines them exactly — no approximations needed.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Element Database — elements.csv: Single Source of Truth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 Principles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element data lives in one CSV file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hardcoded constants in Python source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Easily extended with new elements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347472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Columns: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Symbol · Name · Isotope · ExactMass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Abundance · Valence · MonoisotopicFlag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804672"/>
          <a:ext cx="4937760" cy="4023360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128016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1.007825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2.014102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13.003355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34.968853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36.965903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Installation — Quick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052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https://github.com/your-org/ei-fragment-calculator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ei-fragment-calculator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Options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841248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1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E5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--electron remove/add/none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Electron-mass correction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E5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--tolerance 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E5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--isotope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isotope patterns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E5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--output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results to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3E5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--hide-empty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peaks with no candidates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52628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ei-fragment-calc spectra.sdf --isotope --electron remove --output results.txt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Fragment Exact-Mass Calculator</dc:title>
  <dc:subject>PptxGenJS Presentation</dc:subject>
  <dc:creator>EI Fragment Calculator</dc:creator>
  <cp:lastModifiedBy>EI Fragment Calculator</cp:lastModifiedBy>
  <cp:revision>1</cp:revision>
  <dcterms:created xsi:type="dcterms:W3CDTF">2026-03-21T23:44:12Z</dcterms:created>
  <dcterms:modified xsi:type="dcterms:W3CDTF">2026-03-21T23:44:12Z</dcterms:modified>
</cp:coreProperties>
</file>